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27" r:id="rId33"/>
    <p:sldId id="315" r:id="rId34"/>
    <p:sldId id="316" r:id="rId35"/>
    <p:sldId id="317" r:id="rId36"/>
    <p:sldId id="318" r:id="rId37"/>
    <p:sldId id="319" r:id="rId38"/>
    <p:sldId id="320" r:id="rId39"/>
    <p:sldId id="325" r:id="rId40"/>
    <p:sldId id="326" r:id="rId41"/>
    <p:sldId id="322" r:id="rId42"/>
    <p:sldId id="323" r:id="rId43"/>
    <p:sldId id="324" r:id="rId44"/>
    <p:sldId id="321" r:id="rId45"/>
    <p:sldId id="265" r:id="rId46"/>
    <p:sldId id="297" r:id="rId47"/>
    <p:sldId id="263" r:id="rId4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92B14-BC0A-09AE-2C89-2EFC42111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EA8AF-613F-7FE3-E474-5BBD6B2F05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E35EF-A68F-745B-3ECC-12A607ED22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2839B-44FB-6442-A019-16437AD97D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4643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CCA7-D249-B614-1DF6-9E6CACF6F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A81BE-4272-6660-99EF-F1BAB7F98F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E155A-9F8D-F198-5E5F-6E7482510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F8F16-8DE7-BBF9-A96A-875FD3972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603284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DDD5-F1EB-B041-ACC3-02EB1A17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A5188-314E-F720-7C79-9A3B7D45D0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430E9-2ED1-0A3E-F054-282CE4887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19FF9-6C8A-6D29-FAF9-1215AAC89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8784820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26EB-BD2B-94FA-E89E-ECDFD94E5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368E8-A9CB-5621-14E2-1D5C833AC3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80118-535A-7A99-30A8-78428B259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82B2B-94BE-479B-1C9F-AA68C20D4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98972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1A11-AD46-4E28-3C97-66EADEFF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4B2CE-A8F2-B6FB-C7B1-574CF80660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E34FF-938E-3336-60CB-0A30AAFD6E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569AB-855B-7492-EC38-8649B107D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940145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7924-001F-87BB-0A9D-BF2231897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4FFC19-EF75-AD36-1502-0A7F1A2E57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DC208-ECE3-8066-E83B-3BE84C9218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7DE8C-10CB-152A-F75A-C78D0CFC48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82437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2.3. Siêu tham số mô hình GMM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6ABF98-F558-2C63-3CA3-15C3065B3C7C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E5D3B-7C5E-81E7-74A3-3D44C3C7A20D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3A42B-F662-7BC4-FB6C-484156061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86443B-EBB2-97EF-BB48-06D719E17D1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CA1D1B-8675-75FF-BE9B-E121299408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073C5-720D-EB12-73D7-B40BEDD08474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E073C5-720D-EB12-73D7-B40BEDD08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6AD05DF-1A74-8343-8DEF-C72A9C188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103" y="4284133"/>
            <a:ext cx="7345897" cy="257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8958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9793B-8759-77D2-9313-B222115F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A14FB3-116D-B615-AE57-EB720EC88C6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6EAD69-B6B2-D67E-9743-379D5E5386DA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</p:txBody>
      </p:sp>
    </p:spTree>
    <p:extLst>
      <p:ext uri="{BB962C8B-B14F-4D97-AF65-F5344CB8AC3E}">
        <p14:creationId xmlns:p14="http://schemas.microsoft.com/office/powerpoint/2010/main" val="25223241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C4FDF-DCEE-ABAA-9CC8-177BDB50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FE89F5-01DB-5F93-3F06-C5682221222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92DC23-8084-A0E8-399D-F362C4825BF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</p:spTree>
    <p:extLst>
      <p:ext uri="{BB962C8B-B14F-4D97-AF65-F5344CB8AC3E}">
        <p14:creationId xmlns:p14="http://schemas.microsoft.com/office/powerpoint/2010/main" val="24948273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7B44-A0D3-8C74-6D45-A5D6A141D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0AFA5E-8BC0-9C19-FD21-5EE193747B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28A9A-E096-0DD5-2B0D-084F1709AAC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88E3CE-F83A-6930-59A7-4ADAAEFEE27C}"/>
              </a:ext>
            </a:extLst>
          </p:cNvPr>
          <p:cNvSpPr txBox="1"/>
          <p:nvPr/>
        </p:nvSpPr>
        <p:spPr>
          <a:xfrm>
            <a:off x="364066" y="2593986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Bayesian - BIC (Bayesian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/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</a:rPr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+2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blipFill>
                <a:blip r:embed="rId3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F61AD78-2BC8-CCEB-1E0E-B8A5923CFE9F}"/>
              </a:ext>
            </a:extLst>
          </p:cNvPr>
          <p:cNvSpPr txBox="1"/>
          <p:nvPr/>
        </p:nvSpPr>
        <p:spPr>
          <a:xfrm>
            <a:off x="364066" y="2303721"/>
            <a:ext cx="39793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Akaike - AIC (Akaike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/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B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/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𝑁</m:t>
                          </m:r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blipFill>
                <a:blip r:embed="rId4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/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số lượng tham số tự do</a:t>
                </a:r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VN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tham số cuối cùng sau khi train mô hình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blipFill>
                <a:blip r:embed="rId5"/>
                <a:stretch>
                  <a:fillRect t="-2041" b="-102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/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/>
                          </m:ctrlPr>
                        </m:sSubSupPr>
                        <m:e>
                          <m:r>
                            <a:rPr lang="en-VN" sz="1400" i="1"/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/>
                            <m:t>AIC</m:t>
                          </m:r>
                        </m:sub>
                        <m:sup>
                          <m:r>
                            <a:rPr lang="en-VN" sz="1400" i="0"/>
                            <m:t>∗</m:t>
                          </m:r>
                        </m:sup>
                      </m:sSubSup>
                      <m:r>
                        <a:rPr lang="en-VN" sz="1400" i="0"/>
                        <m:t>=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/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/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/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/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/>
                                <m:t>AIC</m:t>
                              </m:r>
                              <m:d>
                                <m:dPr>
                                  <m:ctrlPr>
                                    <a:rPr lang="en-VN" sz="1400" i="1"/>
                                  </m:ctrlPr>
                                </m:dPr>
                                <m:e>
                                  <m:r>
                                    <a:rPr lang="en-VN" sz="1400" i="1"/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59F3A933-CF2F-EF84-8C3F-42A948AD3F9A}"/>
              </a:ext>
            </a:extLst>
          </p:cNvPr>
          <p:cNvSpPr txBox="1"/>
          <p:nvPr/>
        </p:nvSpPr>
        <p:spPr>
          <a:xfrm>
            <a:off x="436034" y="4334433"/>
            <a:ext cx="2040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Thử nhiều K và chọn: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/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>
                              <a:latin typeface="+mn-lt"/>
                            </a:rPr>
                          </m:ctrlPr>
                        </m:sSubSupPr>
                        <m:e>
                          <m:r>
                            <a:rPr lang="en-VN" sz="1400" i="1">
                              <a:latin typeface="+mn-lt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BIC</m:t>
                          </m:r>
                        </m:sub>
                        <m:sup>
                          <m:r>
                            <a:rPr lang="en-VN" sz="1400" i="0">
                              <a:latin typeface="+mn-lt"/>
                            </a:rPr>
                            <m:t>∗</m:t>
                          </m:r>
                        </m:sup>
                      </m:sSubSup>
                      <m:r>
                        <a:rPr lang="en-VN" sz="1400" i="0">
                          <a:latin typeface="+mn-lt"/>
                        </a:rPr>
                        <m:t>=</m:t>
                      </m:r>
                      <m:func>
                        <m:funcPr>
                          <m:ctrlPr>
                            <a:rPr lang="en-VN" sz="1400" i="0">
                              <a:latin typeface="+mn-lt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>
                                  <a:latin typeface="+mn-lt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>
                                      <a:latin typeface="+mn-lt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>
                                      <a:latin typeface="+mn-lt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>
                                  <a:latin typeface="+mn-lt"/>
                                </a:rPr>
                                <m:t>BIC</m:t>
                              </m:r>
                              <m:d>
                                <m:dPr>
                                  <m:ctrlPr>
                                    <a:rPr lang="en-VN" sz="1400" i="1">
                                      <a:latin typeface="+mn-lt"/>
                                    </a:rPr>
                                  </m:ctrlPr>
                                </m:dPr>
                                <m:e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78532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D707-C5CE-2CB1-A077-FA8DD5B3E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5AAA05-4E56-7E94-8276-E3AEF528DD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5F861-9B78-5FF9-0264-7FB9F1ECEACD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1764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AC095-C383-DEA5-F58F-64F576BEF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B0569-2D1F-2F6B-0479-4B7FF7512CF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E2F6E-A705-60EA-1794-F170DBB05D29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/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vi-VN" sz="1400" dirty="0"/>
                  <a:t>Trong đó, để mắt đến </a:t>
                </a:r>
                <a14:m>
                  <m:oMath xmlns:m="http://schemas.openxmlformats.org/officeDocument/2006/math">
                    <m:r>
                      <a:rPr lang="vi-VN" sz="1400" b="1" i="1" dirty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 và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 và </a:t>
                </a:r>
                <a14:m>
                  <m:oMath xmlns:m="http://schemas.openxmlformats.org/officeDocument/2006/math">
                    <m:r>
                      <a:rPr lang="vi-VN" sz="1400" b="1" i="1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dirty="0"/>
                  <a:t> vì chúng ảnh hưởng trực tiếp đến kết quả cuối của mô hình và điều kiện hội tụ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blipFill>
                <a:blip r:embed="rId4"/>
                <a:stretch>
                  <a:fillRect l="-413" t="-2326" r="-620"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72784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92614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Các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bài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GMM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sẽ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giải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quyết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Phát hiện bất thường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Hệ thống Recommendation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đoạn hình ảnh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Tách nền video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Nhận diện giọng nói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17082</TotalTime>
  <Words>5089</Words>
  <Application>Microsoft Macintosh PowerPoint</Application>
  <PresentationFormat>Widescreen</PresentationFormat>
  <Paragraphs>555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1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474</cp:revision>
  <cp:lastPrinted>2026-09-20T15:26:35Z</cp:lastPrinted>
  <dcterms:created xsi:type="dcterms:W3CDTF">2013-01-27T09:14:16Z</dcterms:created>
  <dcterms:modified xsi:type="dcterms:W3CDTF">2026-10-05T15:46:30Z</dcterms:modified>
  <cp:category/>
</cp:coreProperties>
</file>