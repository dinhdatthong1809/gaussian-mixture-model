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2" r:id="rId39"/>
    <p:sldId id="321" r:id="rId40"/>
    <p:sldId id="265" r:id="rId41"/>
    <p:sldId id="297" r:id="rId42"/>
    <p:sldId id="263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26EB-BD2B-94FA-E89E-ECDFD94E5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368E8-A9CB-5621-14E2-1D5C833AC3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80118-535A-7A99-30A8-78428B259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82B2B-94BE-479B-1C9F-AA68C20D4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9897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6ABF98-F558-2C63-3CA3-15C3065B3C7C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E5D3B-7C5E-81E7-74A3-3D44C3C7A20D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7B44-A0D3-8C74-6D45-A5D6A141D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0AFA5E-8BC0-9C19-FD21-5EE193747B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28A9A-E096-0DD5-2B0D-084F1709AACD}"/>
              </a:ext>
            </a:extLst>
          </p:cNvPr>
          <p:cNvSpPr txBox="1"/>
          <p:nvPr/>
        </p:nvSpPr>
        <p:spPr>
          <a:xfrm>
            <a:off x="364066" y="1267772"/>
            <a:ext cx="1096115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</p:spTree>
    <p:extLst>
      <p:ext uri="{BB962C8B-B14F-4D97-AF65-F5344CB8AC3E}">
        <p14:creationId xmlns:p14="http://schemas.microsoft.com/office/powerpoint/2010/main" val="907853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84147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Các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bài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GMM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sẽ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giải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quyết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Phát hiện bất thường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Hệ thống Recommendation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đoạn hình ảnh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Tách nền video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Nhận diện giọng nói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17029</TotalTime>
  <Words>4415</Words>
  <Application>Microsoft Macintosh PowerPoint</Application>
  <PresentationFormat>Widescreen</PresentationFormat>
  <Paragraphs>494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454</cp:revision>
  <cp:lastPrinted>2026-09-20T15:26:35Z</cp:lastPrinted>
  <dcterms:created xsi:type="dcterms:W3CDTF">2013-01-27T09:14:16Z</dcterms:created>
  <dcterms:modified xsi:type="dcterms:W3CDTF">2026-10-05T14:53:40Z</dcterms:modified>
  <cp:category/>
</cp:coreProperties>
</file>